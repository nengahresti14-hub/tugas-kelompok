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oper Hewitt Bold" charset="1" panose="00000000000000000000"/>
      <p:regular r:id="rId14"/>
    </p:embeddedFont>
    <p:embeddedFont>
      <p:font typeface="Cooper Hewitt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8332" y="2731879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6031" y="5686468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7104" y="3974852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193" y="-228085"/>
            <a:ext cx="17966816" cy="664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SISTEM SIMULASI ANTRIAN</a:t>
            </a:r>
          </a:p>
          <a:p>
            <a:pPr algn="l">
              <a:lnSpc>
                <a:spcPts val="1681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1193" y="3805324"/>
            <a:ext cx="8626948" cy="208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TIKET KONSER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2814" y="4694919"/>
            <a:ext cx="7793067" cy="292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OLEH</a:t>
            </a:r>
          </a:p>
          <a:p>
            <a:pPr algn="just" marL="518157" indent="-259078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 GEDE AGUS GUNAWAN</a:t>
            </a:r>
          </a:p>
          <a:p>
            <a:pPr algn="just" marL="518157" indent="-259078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TEODORUS A. MADUN</a:t>
            </a:r>
          </a:p>
          <a:p>
            <a:pPr algn="just" marL="518157" indent="-259078" lvl="1">
              <a:lnSpc>
                <a:spcPts val="3359"/>
              </a:lnSpc>
              <a:buAutoNum type="arabicPeriod" startAt="1"/>
            </a:pPr>
            <a:r>
              <a:rPr lang="en-US" sz="2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YOHANES ALGIANTARA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71027" y="2710779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8" y="0"/>
                </a:lnTo>
                <a:lnTo>
                  <a:pt x="5610468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2477" y="2226482"/>
            <a:ext cx="11714866" cy="227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MENGAPA MEMILIH TEMA INI?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645930"/>
            <a:ext cx="6313346" cy="264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Secara teknis, antrian ini berfungsi sebagai 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buffer untuk mencegah server crash saat ada lonjakan ribuan pengunjung secara bersamaan. Dengan menggunakan </a:t>
            </a: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Array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kita bisa mensimulasikan prinsip </a:t>
            </a: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FIFO (First-In-First-Out)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secara akurat; menjamin setiap pengguna dilayani berdasarkan urutan yang jujur (sesuai indeks) dan tidak dapat diserobot. Kasus ini menjadi media yang sangat relevan untuk mempraktikkan empat operasi utama: </a:t>
            </a: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Enqueue, Dequeue, Peek,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dan </a:t>
            </a: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Display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dalam skenario penyelesaian masalah dunia nyata.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90657"/>
            <a:ext cx="6313346" cy="116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Kami mengangkat studi kasus Sistem Antrian Tiket (War Ticket) karena tema ini adalah contoh nyata paling sempurna untuk menunjukkan fungsi Queue dalam menjaga stabilitas dan keadilan sistem digital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3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3534" y="1865419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40708" y="3004304"/>
            <a:ext cx="3102858" cy="5004610"/>
          </a:xfrm>
          <a:custGeom>
            <a:avLst/>
            <a:gdLst/>
            <a:ahLst/>
            <a:cxnLst/>
            <a:rect r="r" b="b" t="t" l="l"/>
            <a:pathLst>
              <a:path h="5004610" w="3102858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38090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RUMUSAN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20751"/>
            <a:ext cx="6804271" cy="352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Berdasarkan studi kasus yang diangkat, proyek ini menjawab beberapa permasalahan akademik sebagai berikut: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Efektivitas FIFO: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Bagaimana implementasi prinsip First-In-First-Out (FIFO) menggunakan Array dapat menjamin keadilan urutan dalam sistem War Ticket?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Manajemen Kapasitas: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Sejauh mana operasi Enqueue dan Dequeue efektif dalam menangani pembatasan kuota pengunjung saat terjadi lonjakan trafik digital?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Transparansi Data: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Apa peran operasi Peek dan Display dalam memberikan informasi posisi antrian yang akurat kepada pengguna?</a:t>
            </a:r>
          </a:p>
          <a:p>
            <a:pPr algn="just">
              <a:lnSpc>
                <a:spcPts val="23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21576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MASALAH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50689" y="2012464"/>
            <a:ext cx="4355876" cy="6337915"/>
          </a:xfrm>
          <a:custGeom>
            <a:avLst/>
            <a:gdLst/>
            <a:ahLst/>
            <a:cxnLst/>
            <a:rect r="r" b="b" t="t" l="l"/>
            <a:pathLst>
              <a:path h="6337915" w="4355876">
                <a:moveTo>
                  <a:pt x="0" y="0"/>
                </a:moveTo>
                <a:lnTo>
                  <a:pt x="4355877" y="0"/>
                </a:lnTo>
                <a:lnTo>
                  <a:pt x="4355877" y="6337915"/>
                </a:lnTo>
                <a:lnTo>
                  <a:pt x="0" y="6337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27714" y="3613245"/>
            <a:ext cx="4015755" cy="4709308"/>
          </a:xfrm>
          <a:custGeom>
            <a:avLst/>
            <a:gdLst/>
            <a:ahLst/>
            <a:cxnLst/>
            <a:rect r="r" b="b" t="t" l="l"/>
            <a:pathLst>
              <a:path h="4709308" w="4015755">
                <a:moveTo>
                  <a:pt x="0" y="0"/>
                </a:moveTo>
                <a:lnTo>
                  <a:pt x="4015755" y="0"/>
                </a:lnTo>
                <a:lnTo>
                  <a:pt x="4015755" y="4709308"/>
                </a:lnTo>
                <a:lnTo>
                  <a:pt x="0" y="4709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27548">
            <a:off x="10710799" y="7296706"/>
            <a:ext cx="4912946" cy="2233157"/>
          </a:xfrm>
          <a:custGeom>
            <a:avLst/>
            <a:gdLst/>
            <a:ahLst/>
            <a:cxnLst/>
            <a:rect r="r" b="b" t="t" l="l"/>
            <a:pathLst>
              <a:path h="2233157" w="4912946">
                <a:moveTo>
                  <a:pt x="4912946" y="0"/>
                </a:moveTo>
                <a:lnTo>
                  <a:pt x="0" y="0"/>
                </a:lnTo>
                <a:lnTo>
                  <a:pt x="0" y="2233157"/>
                </a:lnTo>
                <a:lnTo>
                  <a:pt x="4912946" y="2233157"/>
                </a:lnTo>
                <a:lnTo>
                  <a:pt x="49129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403571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SOLUSI YANG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22503"/>
            <a:ext cx="6543798" cy="382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Sistem ini hadir sebagai solusi teknis untuk menangani kekacauan trafik digital melalui: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Otomatisasi FIFO: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Menjamin urutan pemrosesan tiket yang adil dan sistematis berdasarkan waktu kedatangan pengguna (Indeks Array).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Pembatasan Kuota (Load Management):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Mencegah kelebihan beban pada server dengan membatasi jumlah maksimal pengguna dalam antrian melalui parameter kuota_antrian.</a:t>
            </a:r>
          </a:p>
          <a:p>
            <a:pPr algn="just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Informasi Real-Time:</a:t>
            </a: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Memberikan transparansi status kepada pengguna lewat fungsi peek (melihat urutan terdepan) dan display (melihat seluruh daftar tunggu).</a:t>
            </a:r>
          </a:p>
          <a:p>
            <a:pPr algn="just">
              <a:lnSpc>
                <a:spcPts val="23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53563" y="8991600"/>
            <a:ext cx="1005737" cy="26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075" y="3232047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DI TAWARKAN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814" y="1434340"/>
            <a:ext cx="16566373" cy="8852660"/>
            <a:chOff x="0" y="0"/>
            <a:chExt cx="2325741" cy="1242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5741" cy="1242818"/>
            </a:xfrm>
            <a:custGeom>
              <a:avLst/>
              <a:gdLst/>
              <a:ahLst/>
              <a:cxnLst/>
              <a:rect r="r" b="b" t="t" l="l"/>
              <a:pathLst>
                <a:path h="1242818" w="2325741">
                  <a:moveTo>
                    <a:pt x="0" y="0"/>
                  </a:moveTo>
                  <a:lnTo>
                    <a:pt x="2325741" y="0"/>
                  </a:lnTo>
                  <a:lnTo>
                    <a:pt x="2325741" y="1242818"/>
                  </a:lnTo>
                  <a:lnTo>
                    <a:pt x="0" y="1242818"/>
                  </a:lnTo>
                  <a:close/>
                </a:path>
              </a:pathLst>
            </a:custGeom>
            <a:blipFill>
              <a:blip r:embed="rId4"/>
              <a:stretch>
                <a:fillRect l="0" t="-1036" r="0" b="-103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706456" y="-181024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FLOWCHART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01508" y="1912631"/>
            <a:ext cx="4652055" cy="6106516"/>
          </a:xfrm>
          <a:custGeom>
            <a:avLst/>
            <a:gdLst/>
            <a:ahLst/>
            <a:cxnLst/>
            <a:rect r="r" b="b" t="t" l="l"/>
            <a:pathLst>
              <a:path h="6106516" w="4652055">
                <a:moveTo>
                  <a:pt x="0" y="0"/>
                </a:moveTo>
                <a:lnTo>
                  <a:pt x="4652055" y="0"/>
                </a:lnTo>
                <a:lnTo>
                  <a:pt x="4652055" y="6106516"/>
                </a:lnTo>
                <a:lnTo>
                  <a:pt x="0" y="6106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722613" y="3588656"/>
            <a:ext cx="2597247" cy="4793577"/>
          </a:xfrm>
          <a:custGeom>
            <a:avLst/>
            <a:gdLst/>
            <a:ahLst/>
            <a:cxnLst/>
            <a:rect r="r" b="b" t="t" l="l"/>
            <a:pathLst>
              <a:path h="4793577" w="2597247">
                <a:moveTo>
                  <a:pt x="0" y="0"/>
                </a:moveTo>
                <a:lnTo>
                  <a:pt x="2597247" y="0"/>
                </a:lnTo>
                <a:lnTo>
                  <a:pt x="2597247" y="4793577"/>
                </a:lnTo>
                <a:lnTo>
                  <a:pt x="0" y="4793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6470" y="1125955"/>
            <a:ext cx="7777530" cy="227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ALUR IMPLEMENTASI 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961" y="3364428"/>
            <a:ext cx="6543798" cy="492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Input: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Nama pembeli dimasukkan melalui metode enqueue(nama_user).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Proses: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Validasi: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Sistem mengecek kapasitas array self.antrian.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Antrean: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Jika masih ada slot, nama disimpan di urutan terakhir.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FIFO: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Saat dequeue() dipanggil, data pada index 0 diproses dan dihapus, sehingga data lainnya maju ke depan.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b="true" sz="19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</a:t>
            </a: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- Notifikasi keberhasilan/kegagalan masuk antrian.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Visualisasi daftar tunggu (display).</a:t>
            </a:r>
          </a:p>
          <a:p>
            <a:pPr algn="just" marL="863598" indent="-287866" lvl="2">
              <a:lnSpc>
                <a:spcPts val="2799"/>
              </a:lnSpc>
              <a:buFont typeface="Arial"/>
              <a:buChar char="⚬"/>
            </a:pPr>
            <a:r>
              <a:rPr lang="en-US" sz="1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Konfirmasi tiket terbit untuk user yang diproses.</a:t>
            </a: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961" y="1795486"/>
            <a:ext cx="11264785" cy="227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(INPUT -&gt; PROSES -&gt; OUTPUT)</a:t>
            </a:r>
          </a:p>
          <a:p>
            <a:pPr algn="l">
              <a:lnSpc>
                <a:spcPts val="84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40699">
            <a:off x="11206959" y="2235663"/>
            <a:ext cx="3059086" cy="1941129"/>
          </a:xfrm>
          <a:custGeom>
            <a:avLst/>
            <a:gdLst/>
            <a:ahLst/>
            <a:cxnLst/>
            <a:rect r="r" b="b" t="t" l="l"/>
            <a:pathLst>
              <a:path h="1941129" w="3059086">
                <a:moveTo>
                  <a:pt x="0" y="0"/>
                </a:moveTo>
                <a:lnTo>
                  <a:pt x="3059087" y="0"/>
                </a:lnTo>
                <a:lnTo>
                  <a:pt x="3059087" y="1941130"/>
                </a:lnTo>
                <a:lnTo>
                  <a:pt x="0" y="194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06387">
            <a:off x="8384546" y="3988972"/>
            <a:ext cx="3160926" cy="3408842"/>
          </a:xfrm>
          <a:custGeom>
            <a:avLst/>
            <a:gdLst/>
            <a:ahLst/>
            <a:cxnLst/>
            <a:rect r="r" b="b" t="t" l="l"/>
            <a:pathLst>
              <a:path h="3408842" w="3160926">
                <a:moveTo>
                  <a:pt x="0" y="0"/>
                </a:moveTo>
                <a:lnTo>
                  <a:pt x="3160926" y="0"/>
                </a:lnTo>
                <a:lnTo>
                  <a:pt x="3160926" y="3408842"/>
                </a:lnTo>
                <a:lnTo>
                  <a:pt x="0" y="3408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1175061">
            <a:off x="13167272" y="4228100"/>
            <a:ext cx="1593550" cy="4114800"/>
          </a:xfrm>
          <a:custGeom>
            <a:avLst/>
            <a:gdLst/>
            <a:ahLst/>
            <a:cxnLst/>
            <a:rect r="r" b="b" t="t" l="l"/>
            <a:pathLst>
              <a:path h="4114800" w="1593550">
                <a:moveTo>
                  <a:pt x="0" y="0"/>
                </a:moveTo>
                <a:lnTo>
                  <a:pt x="1593550" y="0"/>
                </a:lnTo>
                <a:lnTo>
                  <a:pt x="15935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764280" y="1081899"/>
            <a:ext cx="7072639" cy="12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KESIMPULAN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4280" y="2442158"/>
            <a:ext cx="7072639" cy="584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Berdasarkan hasil implementasi sistem </a:t>
            </a:r>
            <a:r>
              <a:rPr lang="en-US" sz="21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War Ticket</a:t>
            </a: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dapat disimpulkan bahwa:</a:t>
            </a:r>
          </a:p>
          <a:p>
            <a:pPr algn="just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Masalah Terselesaikan:</a:t>
            </a: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Sistem berhasil mengelola antrian secara adil dan transparan sesuai dengan pembatasan kuota yang ditentukan.</a:t>
            </a:r>
          </a:p>
          <a:p>
            <a:pPr algn="just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Sesuai Teori:</a:t>
            </a: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Implementasi menggunakan Python terbukti mengikuti prinsip </a:t>
            </a:r>
            <a:r>
              <a:rPr lang="en-US" b="true" sz="21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FIFO (First-In-First-Out)</a:t>
            </a: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secara akurat melalui operasi enqueue dan dequeue.</a:t>
            </a:r>
          </a:p>
          <a:p>
            <a:pPr algn="just" marL="474978" indent="-237489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Manfaat Nyata:</a:t>
            </a: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Penggunaan struktur data Queue sangat efektif sebagai penyangga (buffer) untuk mencegah server crash saat lonjakan pengunjung, sekaligus menjamin urutan transaksi yang jujur bagi pengguna.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53563" y="8991600"/>
            <a:ext cx="1005737" cy="26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DAHGjPNdYro</dc:identifier>
  <dcterms:modified xsi:type="dcterms:W3CDTF">2011-08-01T06:04:30Z</dcterms:modified>
  <cp:revision>1</cp:revision>
  <dc:title>Pink and Purple Illustrative Computer Technology Presentation</dc:title>
</cp:coreProperties>
</file>